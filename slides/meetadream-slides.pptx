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MEETADREAM AI · V1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會議即開發助理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從一場會議，到一個所有人能 </a:t>
            </a:r>
            <a:pPr algn="ctr"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pPr algn="ctr"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Repo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開會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即時逐字稿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259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551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551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規格自動生成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287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2579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579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 DevOps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6315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6607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607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畫面直接生成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0343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0635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35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clone 即開工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每次開完需求會議之後⋯⋯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重點忘光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「上次說欄位要哪五個？」——會議結束 48 小時，細節只剩三成。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21031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2240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PRD 沒人寫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人人都覺得該有規格文件，人人都不想當那個寫的人。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40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🎫 手動開任務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DevOps 上一張一張建工作項目、貼標籤、找負責人。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840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⏳ MVP 要等兩週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客戶想「先看個樣子」，但光初始化就燒掉一個 Sprint。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MeetAdream AI 把會後三天的苦工，壓縮成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四次確認點擊</a:t>
            </a:r>
            <a:pPr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01 · 會議中心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會議直接在 MeetAdream 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同步產生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即時逐字稿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，聽到需求句就當場標記「關鍵需求」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視訊、語音通話、輸入代碼加入，都走同一條分析管線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掛斷後錄音自動留存到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會議紀錄列表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，隨時可回頭分析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不用任何人記得按錄音、寫會議記錄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REC · AI 逐字稿擷取中 · 12:47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Amon · PM    [K] Ken · 後端 🎤 發言中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Ivy · 前端   [Z] Zoe · 設計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Amon 01:24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關鍵需求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欄位要有訂單編號、買家姓名、金額、付款狀態⋯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 02:40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關鍵需求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我會開一支 GET /orders 支援分頁跟狀態篩選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聆聽中...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02 · 語意收斂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會議結束的那一秒，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 已經在路上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精華總結＋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條 User Story 與驗收標準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，句句可追溯到逐字稿出處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B9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痛點攔截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：「沒提行動版 → 預設 RWD」——沒講到的，AI 先攔下來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技術棧決策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：有提到的自動帶入並附出處；沒提到的留給團隊拍板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全部拍板完才放行——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不自作主張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· 電商後台系統需求討論會議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US-1 · P0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身為營運人員，我想查看訂單列表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五欄位表格 ✓ 狀態標籤 ✓ 分頁 20 筆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痛點攔截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未提及行動版設計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預設決策：採用響應式設計（RWD）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前端框架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自動偵測 · Next.js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出處：Ivy 01:05「前端我打算用 Next.js」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後端框架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待決策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ASP.NET Core｜Spring Boot｜NestJS｜FastAPI｜✎ 其他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03 · 任務看板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任務自動開好，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指派或認領後同步 DevOps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依 PRD 拆出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個開發任務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：標籤、Story Points、建議負責人一次到位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建議可以改——下拉改派，或按「認領」把任務抓給自己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一鍵同步：每個任務推進負責人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 Azure DevOps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拿到正式工作項目編號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AB#2841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任務看板 · 已同步 6 個工作項目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CM-101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建立訂單列表頁面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 · Next.js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AB#2841 · Ivy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CM-102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 GET /orders API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· ASP.NET Core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AB#2842 · Ken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CM-103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匯出（背景任務）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AB#2843 · Ken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CM-105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統計卡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AB#2845 · Zoe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04 · MVP 視覺生成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按下「確認開工」，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畫面自己長出來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Semantic Router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掃描逐字稿：命中「後台、訂單、匯出」→ 管理後台模版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依技術棧決策生成對應語言——選 ASP.NET Core 是 C#，改 FastAPI 就變 Python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標題、欄位、統計卡全部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由會議內容動態填入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三種佈局隨點隨換；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分工檢視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把每塊 UI 標回任務與負責人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meetadream-ai — mvp-generator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meetadream generate --mode greenfield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場景判定：管理後台模版（AdminDashboard）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套用技術棧：Next.js · ASP.NET Core · PostgreSQL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MVP 組譯完成，正在渲染預覽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 電商後台管理系統 ─ 經典儀表板｜側欄工作台｜深色戰情室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│ 今日訂單 128   本月營收 842K   待出貨 36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│ 退貨率 1.8% 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[CM-105 · Zoe]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─────────────────────────────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訂單編號｜買家姓名｜金額｜狀態｜時間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ORD-20260717-001  林小美  NT$2,480  待付款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05 · 分工交接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發佈 Repo，clone 下來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就知道要做什麼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一個任務＝一個模組＝一位負責人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——PR 天生不相交，commit 不打架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程式碼埋好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B9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TODO 錨點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：IDE 搜自己的名字，待辦全列出來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contracts/openapi.yaml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共用合約走 CODEOWNERS 雙簽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一鍵發佈：建 Repo、開 6 條分支、套分支保護、發交接檔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features/order-list/OrderTable.tsx · CM-101 · Ivy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OrderTable({ orders }) {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TODO(CM-101 AB#2841 @Ivy): 串接 GET /api/orders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⋯ 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Repo 已發佈 · main 已保護 · CODEOWNERS 生效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git init · 初始 commit（含 6 個 AB# 連結）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建立 6 條 feature 分支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邀請 4 位協作者，發送各自交接檔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dev.azure.com/meetadream/ecommerce-admin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做繁重的，人只做決定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整條管線裡，人類出手的只有四個確認點——每一個都是該由人拍板的決策，而不是苦工。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🎙 開會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逐字稿・關鍵需求標記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05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25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PRD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Story・痛點攔截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16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916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確認技術棧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91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11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🗂 任務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拆解・同步 DevOps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02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202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確認指派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77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97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MVP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語意路由・動態組譯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88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488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確認開工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63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83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83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Repo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分支・保護・交接檔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74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774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確認發佈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會後產出不依賴 MeetAdream 存活——PRD、工作項目、程式碼、交接檔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全部落在團隊自己的工具鏈裡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（Azure DevOps＋Git），工具關掉，資產還在。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以模版路由保證產出下限；接下來讓 LLM 接手上限——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即時生成完整專案程式碼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7413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413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對話式微調 MVP 畫面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0877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 Bot 接入 Teams / Meet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4341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341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Jira / Linear 同步支援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338328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開完會，</a:t>
            </a:r>
            <a:pPr algn="ctr"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就開工。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MeetAdream AI · 會議即開發助理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2026-07-20T02:15:04Z</dcterms:created>
  <dcterms:modified xsi:type="dcterms:W3CDTF">2026-07-20T02:15:04Z</dcterms:modified>
</cp:coreProperties>
</file>